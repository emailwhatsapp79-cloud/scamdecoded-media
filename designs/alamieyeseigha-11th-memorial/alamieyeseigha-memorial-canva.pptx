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-background" descr="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-statue" descr="02-stat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19075"/>
            <a:ext cx="3686175" cy="6110287"/>
          </a:xfrm>
          <a:prstGeom prst="rect">
            <a:avLst/>
          </a:prstGeom>
        </p:spPr>
      </p:pic>
      <p:pic>
        <p:nvPicPr>
          <p:cNvPr id="4" name="03-flag" descr="03-f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286250" cy="2862262"/>
          </a:xfrm>
          <a:prstGeom prst="rect">
            <a:avLst/>
          </a:prstGeom>
        </p:spPr>
      </p:pic>
      <p:pic>
        <p:nvPicPr>
          <p:cNvPr id="5" name="04-portrait" descr="04-portra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14437"/>
            <a:ext cx="6953250" cy="5824537"/>
          </a:xfrm>
          <a:prstGeom prst="rect">
            <a:avLst/>
          </a:prstGeom>
        </p:spPr>
      </p:pic>
      <p:pic>
        <p:nvPicPr>
          <p:cNvPr id="6" name="05-flag-swoosh" descr="05-flag-swoo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658600"/>
            <a:ext cx="10287000" cy="1200150"/>
          </a:xfrm>
          <a:prstGeom prst="rect">
            <a:avLst/>
          </a:prstGeom>
        </p:spPr>
      </p:pic>
      <p:pic>
        <p:nvPicPr>
          <p:cNvPr id="7" name="06-11th" descr="06-11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8100" y="5867400"/>
            <a:ext cx="2605087" cy="1676400"/>
          </a:xfrm>
          <a:prstGeom prst="rect">
            <a:avLst/>
          </a:prstGeom>
        </p:spPr>
      </p:pic>
      <p:pic>
        <p:nvPicPr>
          <p:cNvPr id="8" name="07-memorial-anniversary" descr="07-memorial-annivers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6962" y="7024687"/>
            <a:ext cx="5543550" cy="1752600"/>
          </a:xfrm>
          <a:prstGeom prst="rect">
            <a:avLst/>
          </a:prstGeom>
        </p:spPr>
      </p:pic>
      <p:pic>
        <p:nvPicPr>
          <p:cNvPr id="9" name="08-of-our-hero-ribbon" descr="08-of-our-hero-ribb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2250" y="8572500"/>
            <a:ext cx="4762500" cy="519112"/>
          </a:xfrm>
          <a:prstGeom prst="rect">
            <a:avLst/>
          </a:prstGeom>
        </p:spPr>
      </p:pic>
      <p:pic>
        <p:nvPicPr>
          <p:cNvPr id="10" name="09-late-chief" descr="09-late-chie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1762" y="9248775"/>
            <a:ext cx="4943475" cy="561975"/>
          </a:xfrm>
          <a:prstGeom prst="rect">
            <a:avLst/>
          </a:prstGeom>
        </p:spPr>
      </p:pic>
      <p:pic>
        <p:nvPicPr>
          <p:cNvPr id="11" name="10-name" descr="10-na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5462" y="9639300"/>
            <a:ext cx="6715125" cy="1195387"/>
          </a:xfrm>
          <a:prstGeom prst="rect">
            <a:avLst/>
          </a:prstGeom>
        </p:spPr>
      </p:pic>
      <p:pic>
        <p:nvPicPr>
          <p:cNvPr id="12" name="11-message" descr="11-mes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1137" y="10482262"/>
            <a:ext cx="7343775" cy="976312"/>
          </a:xfrm>
          <a:prstGeom prst="rect">
            <a:avLst/>
          </a:prstGeom>
        </p:spPr>
      </p:pic>
      <p:pic>
        <p:nvPicPr>
          <p:cNvPr id="13" name="12-date" descr="12-da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8912" y="11368087"/>
            <a:ext cx="4829175" cy="1095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